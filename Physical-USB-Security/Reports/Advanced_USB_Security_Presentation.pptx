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USB Security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for detecting and preventing unauthorized USB access</a:t>
            </a:r>
          </a:p>
          <a:p>
            <a:r>
              <a:t>Improves system-level physical security</a:t>
            </a:r>
          </a:p>
          <a:p>
            <a:r>
              <a:t>Designed using Python on Linux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USB devices can introduce malware or steal data</a:t>
            </a:r>
          </a:p>
          <a:p>
            <a:r>
              <a:t>No built-in strict authentication for USB devices</a:t>
            </a:r>
          </a:p>
          <a:p>
            <a:r>
              <a:t>Need a system to verify trusted devices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USB insertion in real-time</a:t>
            </a:r>
          </a:p>
          <a:p>
            <a:r>
              <a:t>Verify USB using secret key file</a:t>
            </a:r>
          </a:p>
          <a:p>
            <a:r>
              <a:t>Block unauthorized access</a:t>
            </a:r>
          </a:p>
          <a:p>
            <a:r>
              <a:t>Alert user with logs, email, screenshots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Continuously monitors USB ports</a:t>
            </a:r>
          </a:p>
          <a:p>
            <a:r>
              <a:t>Identifies mounted USB devices</a:t>
            </a:r>
          </a:p>
          <a:p>
            <a:r>
              <a:t>Checks for key.txt file with secret key</a:t>
            </a:r>
          </a:p>
          <a:p>
            <a:r>
              <a:t>Triggers actions based on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(Core development)</a:t>
            </a:r>
          </a:p>
          <a:p>
            <a:r>
              <a:t>pyudev (USB detection)</a:t>
            </a:r>
          </a:p>
          <a:p>
            <a:r>
              <a:t>OpenCV (webcam capture)</a:t>
            </a:r>
          </a:p>
          <a:p>
            <a:r>
              <a:t>Yagmail (email alerts)</a:t>
            </a:r>
          </a:p>
          <a:p>
            <a:r>
              <a:t>Linux tools (gnome-screenshot, loginctl)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USB inserted into system</a:t>
            </a:r>
          </a:p>
          <a:p>
            <a:r>
              <a:t>System detects device using pyudev</a:t>
            </a:r>
          </a:p>
          <a:p>
            <a:r>
              <a:t>Checks mount point for key.txt</a:t>
            </a:r>
          </a:p>
          <a:p>
            <a:r>
              <a:t>Matches key with predefined SECRET_KEY</a:t>
            </a:r>
          </a:p>
          <a:p>
            <a:r>
              <a:t>Executes corresponding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Authorized USB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file is found and verified</a:t>
            </a:r>
          </a:p>
          <a:p>
            <a:r>
              <a:t>USB marked as trusted device</a:t>
            </a:r>
          </a:p>
          <a:p>
            <a:r>
              <a:t>Access is allowed</a:t>
            </a:r>
          </a:p>
          <a:p>
            <a:r>
              <a:t>Displays SAFE TO USE message</a:t>
            </a:r>
          </a:p>
          <a:p>
            <a:r>
              <a:t>Logs successful authentication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Unauthorized USB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file not found or invalid</a:t>
            </a:r>
          </a:p>
          <a:p>
            <a:r>
              <a:t>USB marked as untrusted</a:t>
            </a:r>
          </a:p>
          <a:p>
            <a:r>
              <a:t>Intrusion detected</a:t>
            </a:r>
          </a:p>
          <a:p>
            <a:r>
              <a:t>Triggers security actions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Actions (Unauthorized)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 system screenshot</a:t>
            </a:r>
          </a:p>
          <a:p>
            <a:r>
              <a:t>Capture webcam image</a:t>
            </a:r>
          </a:p>
          <a:p>
            <a:r>
              <a:t>Lock system screen continuously</a:t>
            </a:r>
          </a:p>
          <a:p>
            <a:r>
              <a:t>Send email alert with attachments</a:t>
            </a:r>
          </a:p>
          <a:p>
            <a:r>
              <a:t>Store logs in 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Intrusion Details Captured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and date of attack</a:t>
            </a:r>
          </a:p>
          <a:p>
            <a:r>
              <a:t>Logged-in user</a:t>
            </a:r>
          </a:p>
          <a:p>
            <a:r>
              <a:t>Operating system details</a:t>
            </a:r>
          </a:p>
          <a:p>
            <a:r>
              <a:t>Hostname and IP address</a:t>
            </a:r>
          </a:p>
          <a:p>
            <a:r>
              <a:t>Reason for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USB Monitoring Module</a:t>
            </a:r>
          </a:p>
          <a:p>
            <a:r>
              <a:t>Authentication Module</a:t>
            </a:r>
          </a:p>
          <a:p>
            <a:r>
              <a:t>Intrusion Detection Module</a:t>
            </a:r>
          </a:p>
          <a:p>
            <a:r>
              <a:t>Alert &amp; Notification Module</a:t>
            </a:r>
          </a:p>
          <a:p>
            <a:r>
              <a:t>Logging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unauthorized USB usage</a:t>
            </a:r>
          </a:p>
          <a:p>
            <a:r>
              <a:t>Protects sensitive data</a:t>
            </a:r>
          </a:p>
          <a:p>
            <a:r>
              <a:t>Real-time monitoring</a:t>
            </a:r>
          </a:p>
          <a:p>
            <a:r>
              <a:t>Automated response system</a:t>
            </a:r>
          </a:p>
          <a:p>
            <a:r>
              <a:t>Easy to deploy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 mainly on Linux systems</a:t>
            </a:r>
          </a:p>
          <a:p>
            <a:r>
              <a:t>Requires root permissions</a:t>
            </a:r>
          </a:p>
          <a:p>
            <a:r>
              <a:t>Email setup needed</a:t>
            </a:r>
          </a:p>
          <a:p>
            <a:r>
              <a:t>Depends on USB mount detection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Cross-platform support (Windows)</a:t>
            </a:r>
          </a:p>
          <a:p>
            <a:r>
              <a:t>Encrypted USB authentication</a:t>
            </a:r>
          </a:p>
          <a:p>
            <a:r>
              <a:t>Cloud logging system</a:t>
            </a:r>
          </a:p>
          <a:p>
            <a:r>
              <a:t>Mobile alert notifications</a:t>
            </a:r>
          </a:p>
          <a:p>
            <a:r>
              <a:t>AI-based anomaly detection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enhances physical security</a:t>
            </a:r>
          </a:p>
          <a:p>
            <a:r>
              <a:t>Reduces risk of malware and data theft</a:t>
            </a:r>
          </a:p>
          <a:p>
            <a:r>
              <a:t>Provides automated intrusion response</a:t>
            </a:r>
          </a:p>
          <a:p>
            <a:r>
              <a:t>Useful for cybersecurity environments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